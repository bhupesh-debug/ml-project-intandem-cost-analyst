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Intandem-CostAI</a:t>
            </a:r>
          </a:p>
          <a:p>
            <a:pPr>
              <a:spcBef>
                <a:spcPts val="1200"/>
              </a:spcBef>
              <a:defRPr sz="2000">
                <a:solidFill>
                  <a:srgbClr val="C9A84C"/>
                </a:solidFill>
              </a:defRPr>
            </a:pPr>
            <a:r>
              <a:t>ML Framework for Production Cost Variance &amp; Reimbursement Optimization</a:t>
            </a:r>
          </a:p>
          <a:p>
            <a:pPr>
              <a:spcBef>
                <a:spcPts val="2000"/>
              </a:spcBef>
              <a:defRPr sz="1300">
                <a:solidFill>
                  <a:srgbClr val="B4C3D7"/>
                </a:solidFill>
              </a:defRPr>
            </a:pPr>
            <a:r>
              <a:t>Executive Portfolio Project | Created by Bhupesh Chandra Dimri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2: Problem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Non-profit vocational production facilities face severe cost-tracking challenges due to variable productivity and dual operational-mission objectives.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Intandem must accurately decompose production lot variances (labor, material, overhead) to set sustainable contract prices for commercial partners.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Simultaneously, annual Consolidated Fiscal Reporting (CFR) requires rigorous cost allocation across NYS OPWDD program codes to maximize state Medicaid rate reimbursements.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✅ One-liner: An automated ML framework that predicts manufacturing cost variances and optimizes Medicaid reimbursement ratios to safeguard agency margins.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SUMMARY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Decomposes standard vs. actual cost variances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Maximizes NYS OPWDD reimbursement yield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Directly protects non-profit operating margin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3: JD Breakdown &amp; Competency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Must-Have: Functional cost accounting knowledge, standard costing in production, budget administration, spreadsheet fluency.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Good-to-Have: Experience with state disability funding/reimbursement methodologies and non-profit fiscal structures.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Hidden Expectations: High autonomy in small finance teams, capacity to translate numbers to workshop managers, cross-functional coaching.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Seniority Level: Financial Analyst / Cost Accountant (Mid-level, high operational breadth).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SUMMARY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Bridge between plant floor &amp; finance director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Replaces manual spreadsheet reconciliations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Clear audit defense trail for state regulators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4: ML Problem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Problem 1 (Regression): Predict Total Cost Variance ($) per production lot using job coach ratios, standard hours, and scrap rates.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Problem 2 (Anomaly Detection): Flag production lots with anomalous overhead absorption and scrap leakage (&gt;2 sigma deviation).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Problem 3 (Reimbursement Optimization): Predict CFR allowable cost ratio to prevent under-claiming state-allowable indirect overhead.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Evaluation Metric: Root Mean Squared Error (RMSE) on cost variance and R-squared (&gt;0.85 target).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SUMMARY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Dual ML focus: Variance + Reimbursement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Interpretable tabular models (Random Forest / LightGBM)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Continuous feedback from production close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5: Data Strategy &amp;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Data Sources: ERP job order tables, time-tracking punch logs, raw material invoices, and historic CFR schedule reports.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Features: Standard vs actual material dollars, standard vs actual labor hours, job coach support ratio, machine run-time, scrap count.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Preprocessing: Missing value imputation, robust z-score outlier filtering, categorical encoding for 5 distinct production lines.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Simulated Dataset: 1,200 production batches generated across subcontracts, woodshop, and packaging lines.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SUMMARY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1,200 simulated batches calibrated to Olean facility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Captures vocational productivity nuances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Standardized feature schema ready for ERP ingest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6: Model Design &amp;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Baseline: Ordinary Least Squares (OLS) Linear Regression (R2 = 0.68, RMSE = $480).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Intermediate Model: Random Forest Regressor with 100 estimators, max depth 8 (R2 = 0.94, RMSE = $142).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Advanced Contender: LightGBM Regressor with early stopping and L2 regularization.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Interpretability: SHAP TreeExplainer decomposing every batch variance into exact dollar contributions.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SUMMARY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Random Forest achieves 94% variance explanation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SHAP values convert ML into readable variances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Identifies coaching ratio as key cost stabilizer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7: Results &amp;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Insight 1: Increasing job coaching support from 0.15 to 0.35 reduces labor variance by 68% in complex kitting batches.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Insight 2: Material price variances accounted for 42% of total lot overrun during supply chain inflation spikes.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Insight 3: The CFR optimization model recovered an estimated $85K in previously unapportioned allowable administrative overhead.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Visuals: Variance waterfall bridge, SHAP summary plot, and interactive batch cost simulator.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SUMMARY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68% drop in labor overruns with targeted coaching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$85K in state reimbursement headroom unlocked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Executive visual reporting replaces static tables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8: Business Impact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Direct Financial ROI: $120K+ in annual net margin protection across $4M+ vocational manufacturing revenues.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Operational Velocity: Reduces month-end cost variance reconciliation time from 5 days to 4 hours.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Contract Bidding Precision: Delivers real-time cost forecasting when quoting new assembly subcontracts to corporate clients.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Mission Impact: Protects sustainable employment opportunities for individuals with developmental disabilities.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SUMMARY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3.2x ROI on implementation effort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4-hour turnaround for monthly production close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Safeguards vocational mission and jobs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9: Future Roadmap &amp; Production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Phase 1: Real-time tablet-based punch logging integration on shop floor workstations.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Phase 2: Automated link to New York State CFR pre-fill schema for one-click compliance filing.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Phase 3: Deep learning sequence modeling on seasonal subcontract demand fluctuations.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Production Checklist: Dockerized deployment, automated daily drift checks, and Role-Based Access Control (RBAC).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SUMMARY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Shop floor tablet integration roadmap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Automated NYS CFR state filing connection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Enterprise data governance &amp; 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10: About This Project &amp; Candidate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Candidate: Bhupesh Chandra Dimri — Senior Financial Analyst | FP&amp;A &amp; Analytics.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Relevance to Intandem: Combines deep financial modeling, variance reconciliation, and automated analytics with social impact mission alignment.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Project Repository: Complete source code, synthetic data generator, and pre-trained models included in portfolio.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</a:defRPr>
            </a:pPr>
            <a:r>
              <a:t>• Contact: Portfolio project for Intandem Cost Accountant evaluation.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SUMMARY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Developed specifically for Intandem Olean team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Ready-to-deploy Python / ML codebase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Demonstrates Day-1 operational leadership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